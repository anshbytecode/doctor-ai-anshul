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9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20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DoctorAi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/>
              <a:t>doctoraibyanshul.netlify.app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today’s digital age, individuals frequently search online for health-related information, leading to misinformation, self-diagnosis, and delayed professional care. Access to accurate and personalized health guidance remains limited, especially in rural areas.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/ 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DoctorAI aims to build an intelligent AI-powered system that understands users’ health queries and provides verified insights, guiding them toward next steps such as consulting doctors.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Proposed Solution /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Uses NLP and LLMs to interpret user queries.</a:t>
            </a:r>
          </a:p>
          <a:p>
            <a:r>
              <a:t>• Integrates curated medical databases.</a:t>
            </a:r>
          </a:p>
          <a:p>
            <a:r>
              <a:t>• Provides reliable, explainable responses.</a:t>
            </a:r>
          </a:p>
          <a:p>
            <a:r>
              <a:t>• Supports classification of symptoms and real-time triage.</a:t>
            </a:r>
          </a:p>
          <a:p>
            <a:r>
              <a:t>• Future additions: multilingual support, wearable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Acts as a virtual pre-diagnosis assistant.</a:t>
            </a:r>
          </a:p>
          <a:p>
            <a:r>
              <a:t>• Reduces misinformation.</a:t>
            </a:r>
          </a:p>
          <a:p>
            <a:r>
              <a:t>• Supports overburdened healthcare systems.</a:t>
            </a:r>
          </a:p>
          <a:p>
            <a:r>
              <a:t>• Enhances accessibility in rural and semi-urban regions.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hp\OneDrive\Desktop\anshpl\doctorai\doca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766" y="1189974"/>
            <a:ext cx="8323026" cy="4171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11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hp\OneDrive\Desktop\ansh02\bhilare_projects\doctor-ai-anshul-main\connyellowlates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95" y="1127717"/>
            <a:ext cx="8768219" cy="4641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5854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hp\OneDrive\Desktop\ansh02\bhilare_projects\doctor-ai-anshul-main\mongoandyellowdonecon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68" y="974558"/>
            <a:ext cx="8718115" cy="464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112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hp\OneDrive\Desktop\ansh02\bhilare_projects\doctor-ai-anshul-main\connyellowlates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41" y="926927"/>
            <a:ext cx="8709630" cy="4610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417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hp\OneDrive\Desktop\anshpl\doctor_ai_app\doctor-ai-anshul\a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943" y="1227551"/>
            <a:ext cx="8773829" cy="4499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536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hp\OneDrive\Desktop\anshpl\doctor_ai_app\doctor-ai-anshul\mobiledoctora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13" y="1265129"/>
            <a:ext cx="8382285" cy="4251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502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Links &amp;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Deployed Link: </a:t>
            </a:r>
            <a:r>
              <a:rPr dirty="0" err="1"/>
              <a:t>doctoraibyanshul.netlify.app</a:t>
            </a:r>
            <a:endParaRPr dirty="0"/>
          </a:p>
          <a:p>
            <a:r>
              <a:rPr dirty="0"/>
              <a:t>LinkedIn: linkedin.com/in/anshul-bhilare-251710290/</a:t>
            </a:r>
          </a:p>
          <a:p>
            <a:r>
              <a:rPr dirty="0"/>
              <a:t>Portfolio: </a:t>
            </a:r>
            <a:r>
              <a:rPr dirty="0" err="1"/>
              <a:t>anshulbhilareportfolio.netlify.app</a:t>
            </a:r>
            <a:endParaRPr dirty="0"/>
          </a:p>
          <a:p>
            <a:endParaRPr dirty="0"/>
          </a:p>
          <a:p>
            <a:r>
              <a:rPr dirty="0"/>
              <a:t>This project was selected at IIT Delhi </a:t>
            </a:r>
            <a:r>
              <a:rPr dirty="0" err="1"/>
              <a:t>Hackathon</a:t>
            </a:r>
            <a:r>
              <a:rPr dirty="0"/>
              <a:t>.</a:t>
            </a:r>
          </a:p>
          <a:p>
            <a:r>
              <a:rPr dirty="0"/>
              <a:t>Developed frontend, backend, Web3, Android integration, and APK.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8</TotalTime>
  <Words>187</Words>
  <Application>Microsoft Office PowerPoint</Application>
  <PresentationFormat>On-screen Show (4:3)</PresentationFormat>
  <Paragraphs>24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Urban</vt:lpstr>
      <vt:lpstr>DoctorAi</vt:lpstr>
      <vt:lpstr>Problem Statement</vt:lpstr>
      <vt:lpstr>Objective / Aim</vt:lpstr>
      <vt:lpstr>Proposed Solution / Approach</vt:lpstr>
      <vt:lpstr>Expected Impact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Links &amp; Info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DoctorAi</dc:title>
  <dc:creator>Bhilare</dc:creator>
  <dc:description>generated using python-pptx</dc:description>
  <cp:lastModifiedBy>hp</cp:lastModifiedBy>
  <cp:revision>6</cp:revision>
  <dcterms:created xsi:type="dcterms:W3CDTF">2013-01-27T09:14:16Z</dcterms:created>
  <dcterms:modified xsi:type="dcterms:W3CDTF">2025-11-15T16:34:00Z</dcterms:modified>
</cp:coreProperties>
</file>